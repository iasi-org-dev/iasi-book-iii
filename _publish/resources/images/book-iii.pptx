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1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6858000" cy="9906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apositiva de título">
    <p:bg>
      <p:bgPr>
        <a:blipFill rotWithShape="0">
          <a:blip r:embed="rId2">
            <a:alphaModFix amt="85000"/>
          </a:blip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14440" y="1621080"/>
            <a:ext cx="5829120" cy="344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685800">
              <a:lnSpc>
                <a:spcPct val="90000"/>
              </a:lnSpc>
              <a:buNone/>
              <a:defRPr lang="es-ES" sz="45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 defTabSz="685800">
              <a:lnSpc>
                <a:spcPct val="90000"/>
              </a:lnSpc>
              <a:buNone/>
            </a:pPr>
            <a:r>
              <a:rPr lang="es-ES" sz="45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n-US" sz="4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7160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2271600" y="9181440"/>
            <a:ext cx="231408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484344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956DA2D-BC6B-4FC1-9D18-97270D96BFD4}" type="slidenum"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y texto vertical">
    <p:bg>
      <p:bgPr>
        <a:blipFill rotWithShape="0">
          <a:blip r:embed="rId2">
            <a:alphaModFix amt="85000"/>
          </a:blip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71600" y="527400"/>
            <a:ext cx="5914800" cy="191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685800">
              <a:lnSpc>
                <a:spcPct val="90000"/>
              </a:lnSpc>
              <a:buNone/>
              <a:defRPr lang="es-E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</a:pPr>
            <a:r>
              <a:rPr lang="es-E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71600" y="2637000"/>
            <a:ext cx="5914800" cy="6284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defRPr lang="es-E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s-E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71360" indent="-171360"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lvl="1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57160" lvl="2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s-E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00240" lvl="3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542960" lvl="4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7160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2271600" y="9181440"/>
            <a:ext cx="231408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484344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22D50FD-4283-43E8-A317-E391E9B29988}" type="slidenum"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vertical y texto">
    <p:bg>
      <p:bgPr>
        <a:blipFill rotWithShape="0">
          <a:blip r:embed="rId2">
            <a:alphaModFix amt="85000"/>
          </a:blip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907880" y="527400"/>
            <a:ext cx="1478520" cy="839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685800">
              <a:lnSpc>
                <a:spcPct val="90000"/>
              </a:lnSpc>
              <a:buNone/>
              <a:defRPr lang="es-E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</a:pPr>
            <a:r>
              <a:rPr lang="es-E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71600" y="527400"/>
            <a:ext cx="4350240" cy="839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defRPr lang="es-E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s-E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71360" indent="-171360"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lvl="1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57160" lvl="2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s-E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00240" lvl="3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542960" lvl="4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7160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2271600" y="9181440"/>
            <a:ext cx="231408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484344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9A67771-859D-47D3-957E-CB93CD1C288A}" type="slidenum"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y objetos">
    <p:bg>
      <p:bgPr>
        <a:blipFill rotWithShape="0">
          <a:blip r:embed="rId2">
            <a:alphaModFix amt="85000"/>
          </a:blip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71600" y="527400"/>
            <a:ext cx="5914800" cy="191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685800">
              <a:lnSpc>
                <a:spcPct val="90000"/>
              </a:lnSpc>
              <a:buNone/>
              <a:defRPr lang="es-E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</a:pPr>
            <a:r>
              <a:rPr lang="es-E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71600" y="2637000"/>
            <a:ext cx="5914800" cy="6284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defRPr lang="es-E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s-E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71360" indent="-171360"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lvl="1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57160" lvl="2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s-E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00240" lvl="3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542960" lvl="4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7160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2271600" y="9181440"/>
            <a:ext cx="231408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484344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147132D-B0ED-4C11-8813-110ADBD87CA9}" type="slidenum"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abezado de sección">
    <p:bg>
      <p:bgPr>
        <a:blipFill rotWithShape="0">
          <a:blip r:embed="rId2">
            <a:alphaModFix amt="85000"/>
          </a:blip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68000" y="2469600"/>
            <a:ext cx="5914800" cy="4120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685800">
              <a:lnSpc>
                <a:spcPct val="90000"/>
              </a:lnSpc>
              <a:buNone/>
              <a:defRPr lang="es-ES" sz="45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</a:pPr>
            <a:r>
              <a:rPr lang="es-ES" sz="45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n-US" sz="4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68000" y="6629400"/>
            <a:ext cx="5914800" cy="216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7160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2271600" y="9181440"/>
            <a:ext cx="231408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484344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F7EA7C4-5C81-4944-8907-D497A9382F12}" type="slidenum"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os objetos">
    <p:bg>
      <p:bgPr>
        <a:blipFill rotWithShape="0">
          <a:blip r:embed="rId2">
            <a:alphaModFix amt="85000"/>
          </a:blip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71600" y="527400"/>
            <a:ext cx="5914800" cy="191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685800">
              <a:lnSpc>
                <a:spcPct val="90000"/>
              </a:lnSpc>
              <a:buNone/>
              <a:defRPr lang="es-E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</a:pPr>
            <a:r>
              <a:rPr lang="es-E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71600" y="2637000"/>
            <a:ext cx="2914200" cy="6284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defRPr lang="es-E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s-E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71360" indent="-171360"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lvl="1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57160" lvl="2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s-E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00240" lvl="3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542960" lvl="4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3471840" y="2637000"/>
            <a:ext cx="2914200" cy="6284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defRPr lang="es-E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s-E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71360" indent="-171360"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lvl="1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57160" lvl="2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s-E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00240" lvl="3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542960" lvl="4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7160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2271600" y="9181440"/>
            <a:ext cx="231408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484344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BE8CFC3-64D3-4E1D-9404-DA82F843E893}" type="slidenum"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ción">
    <p:bg>
      <p:bgPr>
        <a:blipFill rotWithShape="0">
          <a:blip r:embed="rId2">
            <a:alphaModFix amt="85000"/>
          </a:blip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72320" y="527400"/>
            <a:ext cx="5914800" cy="191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685800">
              <a:lnSpc>
                <a:spcPct val="90000"/>
              </a:lnSpc>
              <a:buNone/>
              <a:defRPr lang="es-E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</a:pPr>
            <a:r>
              <a:rPr lang="es-E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72320" y="2428200"/>
            <a:ext cx="2900880" cy="1189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  <a:defRPr lang="es-ES" sz="18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es-E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72320" y="3618360"/>
            <a:ext cx="2900880" cy="532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71360" indent="-171360"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lvl="1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57160" lvl="2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00240" lvl="3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542960" lvl="4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3471840" y="2428200"/>
            <a:ext cx="2915280" cy="1189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  <a:defRPr lang="es-ES" sz="18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es-E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3471840" y="3618360"/>
            <a:ext cx="2915280" cy="532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71360" indent="-171360"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lvl="1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57160" lvl="2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00240" lvl="3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542960" lvl="4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7160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2271600" y="9181440"/>
            <a:ext cx="231408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484344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15C36AA-4CE1-427F-A7B2-C64E5F08DC2B}" type="slidenum"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lo el título">
    <p:bg>
      <p:bgPr>
        <a:blipFill rotWithShape="0">
          <a:blip r:embed="rId2">
            <a:alphaModFix amt="85000"/>
          </a:blip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71600" y="527400"/>
            <a:ext cx="5914800" cy="191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685800">
              <a:lnSpc>
                <a:spcPct val="90000"/>
              </a:lnSpc>
              <a:buNone/>
              <a:defRPr lang="es-E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</a:pPr>
            <a:r>
              <a:rPr lang="es-E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7160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2271600" y="9181440"/>
            <a:ext cx="231408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484344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59B46E4-99F3-4BC8-9E54-60D81E669B5D}" type="slidenum"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 blanco">
    <p:bg>
      <p:bgPr>
        <a:blipFill rotWithShape="0">
          <a:blip r:embed="rId2">
            <a:alphaModFix amt="85000"/>
          </a:blip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7160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2271600" y="9181440"/>
            <a:ext cx="231408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484344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56BD2B0-5294-4EB1-9EA2-17F473628333}" type="slidenum"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ido con título">
    <p:bg>
      <p:bgPr>
        <a:blipFill rotWithShape="0">
          <a:blip r:embed="rId2">
            <a:alphaModFix amt="85000"/>
          </a:blip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72320" y="660240"/>
            <a:ext cx="2211480" cy="2311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685800">
              <a:lnSpc>
                <a:spcPct val="90000"/>
              </a:lnSpc>
              <a:buNone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2915640" y="1426320"/>
            <a:ext cx="3471480" cy="7039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s-E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s-E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s-E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71360" indent="-171360"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lvl="1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s-E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57160" lvl="2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00240" lvl="3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s-E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542960" lvl="4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s-E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72320" y="2971800"/>
            <a:ext cx="2211480" cy="5505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  <a:defRPr lang="es-E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es-E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7160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2271600" y="9181440"/>
            <a:ext cx="231408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484344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389C108-FFB4-4090-A585-93F73ED122E8}" type="slidenum"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n con título">
    <p:bg>
      <p:bgPr>
        <a:blipFill rotWithShape="0">
          <a:blip r:embed="rId2">
            <a:alphaModFix amt="85000"/>
          </a:blip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72320" y="660240"/>
            <a:ext cx="2211480" cy="2311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685800">
              <a:lnSpc>
                <a:spcPct val="90000"/>
              </a:lnSpc>
              <a:buNone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pic"/>
          </p:nvPr>
        </p:nvSpPr>
        <p:spPr>
          <a:xfrm>
            <a:off x="2915640" y="1426320"/>
            <a:ext cx="3471480" cy="7039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dos veces para añadir una imagen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72320" y="2971800"/>
            <a:ext cx="2211480" cy="5505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  <a:defRPr lang="es-E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es-E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7160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2271600" y="9181440"/>
            <a:ext cx="231408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484344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6E7FCCF-82C3-4D22-ACA0-800A65FE1676}" type="slidenum"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>
            <a:alphaModFix amt="85000"/>
          </a:blip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Imagen 4"/>
          <p:cNvPicPr/>
          <p:nvPr/>
        </p:nvPicPr>
        <p:blipFill>
          <a:blip r:embed="rId2"/>
          <a:stretch/>
        </p:blipFill>
        <p:spPr>
          <a:xfrm>
            <a:off x="0" y="0"/>
            <a:ext cx="6863400" cy="143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Rectángulo 11"/>
          <p:cNvSpPr/>
          <p:nvPr/>
        </p:nvSpPr>
        <p:spPr>
          <a:xfrm>
            <a:off x="0" y="9498960"/>
            <a:ext cx="6857640" cy="406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s-ES" sz="1400" b="0" u="none" strike="noStrike">
                <a:solidFill>
                  <a:schemeClr val="lt1"/>
                </a:solidFill>
                <a:effectLst/>
                <a:uFillTx/>
                <a:latin typeface="Garamond"/>
              </a:rPr>
              <a:t>Javier G. Grandez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CuadroTexto 1"/>
          <p:cNvSpPr/>
          <p:nvPr/>
        </p:nvSpPr>
        <p:spPr>
          <a:xfrm>
            <a:off x="691200" y="2395440"/>
            <a:ext cx="5724360" cy="13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s-ES" sz="4000" b="1" i="1" u="none" strike="noStrike">
                <a:solidFill>
                  <a:schemeClr val="accent5">
                    <a:lumMod val="50000"/>
                  </a:schemeClr>
                </a:solidFill>
                <a:effectLst/>
                <a:uFillTx/>
                <a:latin typeface="Garamond"/>
              </a:rPr>
              <a:t>Ingeniería Aumentada </a:t>
            </a:r>
            <a:endParaRPr lang="es-E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s-ES" sz="4000" b="1" i="1" u="none" strike="noStrike">
                <a:solidFill>
                  <a:schemeClr val="accent5">
                    <a:lumMod val="50000"/>
                  </a:schemeClr>
                </a:solidFill>
                <a:effectLst/>
                <a:uFillTx/>
                <a:latin typeface="Garamond"/>
              </a:rPr>
              <a:t>con Sistemas Inteligentes</a:t>
            </a:r>
            <a:endParaRPr lang="es-E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CuadroTexto 2"/>
          <p:cNvSpPr/>
          <p:nvPr/>
        </p:nvSpPr>
        <p:spPr>
          <a:xfrm>
            <a:off x="1718640" y="3851640"/>
            <a:ext cx="3120840" cy="92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s-ES" sz="1800" b="0" u="none" strike="noStrike">
                <a:solidFill>
                  <a:schemeClr val="accent5">
                    <a:lumMod val="50000"/>
                  </a:schemeClr>
                </a:solidFill>
                <a:effectLst/>
                <a:uFillTx/>
                <a:latin typeface="Georgia"/>
              </a:rPr>
              <a:t>Volumen III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s-ES" sz="1800" b="0" u="none" strike="noStrike">
                <a:solidFill>
                  <a:schemeClr val="accent5">
                    <a:lumMod val="50000"/>
                  </a:schemeClr>
                </a:solidFill>
                <a:effectLst/>
                <a:uFillTx/>
                <a:latin typeface="Georgia"/>
              </a:rPr>
              <a:t>Del método a la Metodología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CuadroTexto 3"/>
          <p:cNvSpPr/>
          <p:nvPr/>
        </p:nvSpPr>
        <p:spPr>
          <a:xfrm>
            <a:off x="5538240" y="9548640"/>
            <a:ext cx="13194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s-ES" sz="1400" b="0" u="none" strike="noStrike">
                <a:solidFill>
                  <a:schemeClr val="lt1"/>
                </a:solidFill>
                <a:effectLst/>
                <a:uFillTx/>
                <a:latin typeface="Garamond"/>
              </a:rPr>
              <a:t>v1.0 -2026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" name=""/>
          <p:cNvPicPr/>
          <p:nvPr/>
        </p:nvPicPr>
        <p:blipFill>
          <a:blip r:embed="rId3">
            <a:grayscl/>
          </a:blip>
          <a:stretch/>
        </p:blipFill>
        <p:spPr>
          <a:xfrm>
            <a:off x="1440000" y="5040000"/>
            <a:ext cx="4320000" cy="432000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 pitchFamily="0" charset="1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 pitchFamily="0" charset="1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</TotalTime>
  <Application>LibreOffice/26.8.0.3$Windows_X86_64 LibreOffice_project/bce0998afefdbc355585ca324285661a2170ba77</Application>
  <AppVersion>15.0000</AppVersion>
  <Words>19</Words>
  <Paragraphs>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2026-08-04T09:32:34Z</dcterms:created>
  <dc:creator>Javier Grandez</dc:creator>
  <dc:description/>
  <dc:language>es-ES</dc:language>
  <cp:lastModifiedBy/>
  <dcterms:modified xsi:type="dcterms:W3CDTF">2026-10-02T22:30:53Z</dcterms:modified>
  <cp:revision>11</cp:revision>
  <dc:subject/>
  <dc:title>Presentación de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A4 (210 x 297 mm)</vt:lpwstr>
  </property>
  <property fmtid="{D5CDD505-2E9C-101B-9397-08002B2CF9AE}" pid="3" name="Slides">
    <vt:i4>1</vt:i4>
  </property>
</Properties>
</file>